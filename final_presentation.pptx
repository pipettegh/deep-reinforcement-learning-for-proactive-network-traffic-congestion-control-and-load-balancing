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audience and supervisor. Introduce the topic: evaluating Deep Reinforcement Learning for proactive network load balancing and congestion avoidance across wide-area ISP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traditional ECMP doesn't look at how full a link is; it just hashes packet headers. When massive elephant flows collide, it causes severe bottlenecks and buffer overflows.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our core goals: comparing value-based DQN vs policy-gradient PPO against ECMP, testing true zero-shot transferability across topologies, and identifying the physical boundaries of DRL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the 250-feature state vector captures real-time link and buffer utilization. Zero-padding allows the policy network to ingest any topology shape without retraining.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the design dichotomy: PPO outputs fine-grained continuous routing probabilities across K-shortest paths, whereas DQN chooses from 10 discrete fractions.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boxplot. Moderate traffic represents the sweet spot for DRL. DQN and PPO both achieve statistically significant improvements over ECMP by balancing loads across empty backup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crucial insight from our review: PPO survived ~1800 steps vs DQN's ~1400, achieving higher per-step reward (-0.0325 vs -0.0353). Cumulative episodic totals penalize it simply because it lasted longer in a hostile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our honest negative result: When every link in the network is completely saturated, DRL cannot route around bottlenecks because no spare capacity exists. Path churning under saturation leads to extra penalties.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reward heatmap across the traffic scenarios. Our zero-shot evaluation on 5 completely unseen topologies confirms that the learned policies successfully transfer to new network topologies.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Conclude the presentation. Summarize key takeaways: DRL shines under moderate and burst conditions, per-step metrics provide deeper clarity than raw episode totals, and admission control is essential for saturation. Thank the committee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Reinforcement Learning for Proactive Network Traffic Congestion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Authors: Peter Borngreat-Mensah, Henry Asante, Blessing Listowell Issaka</a:t>
            </a:r>
          </a:p>
          <a:p>
            <a:r>
              <a:t>MSc Computer Science, Cohort B, University of Ghana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Static Routing &amp; Micro-Bursts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Wide-area networks experience heavy volatility and sudden micro-bursts.</a:t>
            </a:r>
          </a:p>
          <a:p>
            <a:r>
              <a:t>- Equal-Cost Multi-Path (ECMP) relies on static packet header hashing.</a:t>
            </a:r>
          </a:p>
          <a:p>
            <a:r>
              <a:t>- ECMP is stateless and blind to real-time link queue telemetry.</a:t>
            </a:r>
          </a:p>
          <a:p>
            <a:r>
              <a:t>- Hash collisions map heavy 'elephant flows' onto the same bottleneck links.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Evaluate Deep Reinforcement Learning (DQN and PPO) for proactive load balancing.</a:t>
            </a:r>
          </a:p>
          <a:p>
            <a:r>
              <a:t>2. Implement intelligent agents within a Software-Defined Network (SDN) framework.</a:t>
            </a:r>
          </a:p>
          <a:p>
            <a:r>
              <a:t>3. Evaluate Zero-Shot Generalization on 5 completely unseen ISP topologies.</a:t>
            </a:r>
          </a:p>
          <a:p>
            <a:r>
              <a:t>4. Uncover physical operating limits under sustained network saturation.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State Space &amp; PCA Variance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MDP State Representation:</a:t>
            </a:r>
          </a:p>
          <a:p>
            <a:r>
              <a:t>- 250-dimensional continuous telemetry vector.</a:t>
            </a:r>
            <a:br/>
            <a:r>
              <a:t>- Top 100 links (utilization ratio).</a:t>
            </a:r>
            <a:br/>
            <a:r>
              <a:t>- Top 100 queues (buffer occupancy).</a:t>
            </a:r>
            <a:br/>
            <a:r>
              <a:t>- 50 Flow Demands.</a:t>
            </a:r>
            <a:br/>
            <a:r>
              <a:t>- Deterministic zero-padding for topologies with &lt; 100 links.</a:t>
            </a:r>
          </a:p>
          <a:p>
            <a:r>
              <a:t>- PCA confirmed highest variance in Queue and Link states, motivating feature normalization.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0723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Continuous vs Discrete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Action Space Architecture:</a:t>
            </a:r>
          </a:p>
          <a:p>
            <a:r>
              <a:t>- PPO: Explores a fully continuous probability distribution over routing paths.</a:t>
            </a:r>
            <a:br/>
            <a:r>
              <a:t>- DQN: Bound to 10 discrete routing bins.</a:t>
            </a:r>
            <a:br/>
            <a:r>
              <a:t>- Reward Function: Penalizes queue congestion and packet drops while rewarding balanced utilization.</a:t>
            </a:r>
          </a:p>
        </p:txBody>
      </p:sp>
      <p:pic>
        <p:nvPicPr>
          <p:cNvPr id="4" name="Picture 3" descr="action_spac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7914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Primary Success: Moderate Traffic Regime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Optimal Operating Window:</a:t>
            </a:r>
          </a:p>
          <a:p>
            <a:r>
              <a:t>- Moderate traffic is where BOTH DRL agents cleanly outperform ECMP.</a:t>
            </a:r>
            <a:br/>
            <a:r>
              <a:t>- DQN achieved -60.84 and PPO achieved -64.65 vs ECMP's -67.70 (both p &lt; 0.001).</a:t>
            </a:r>
            <a:br/>
            <a:r>
              <a:t>- DQN maintained lower median link utilization (0.88 vs 0.92) by proactively leveraging secondary paths.</a:t>
            </a:r>
          </a:p>
        </p:txBody>
      </p:sp>
      <p:pic>
        <p:nvPicPr>
          <p:cNvPr id="4" name="Picture 3" descr="utilization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3513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Burst Traffic &amp; Per-Step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Episode vs Per-Step Dynamics:</a:t>
            </a:r>
          </a:p>
          <a:p>
            <a:r>
              <a:t>- Total Reward: DQN (-49.48) beat ECMP (-54.12), while PPO scored -58.52.</a:t>
            </a:r>
            <a:br/>
            <a:r>
              <a:t>- Survival Time: PPO survived ~1800 steps before packet drops vs DQN's ~1400 steps.</a:t>
            </a:r>
            <a:br/>
            <a:r>
              <a:t>- Per-Step Efficiency: PPO achieved -0.0325/step vs DQN's -0.0353/step.</a:t>
            </a:r>
            <a:br/>
            <a:r>
              <a:t>- Cumulative scoring penalizes PPO simply for surviving longer in lossy settings.</a:t>
            </a:r>
          </a:p>
        </p:txBody>
      </p:sp>
      <p:pic>
        <p:nvPicPr>
          <p:cNvPr id="4" name="Picture 3" descr="burst_performance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Saturation Limit (Honest Negative Result)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Physical Capacity Boundaries:</a:t>
            </a:r>
          </a:p>
          <a:p>
            <a:r>
              <a:t>- Under heavy congestion, all links reach 100% capacity.</a:t>
            </a:r>
            <a:br/>
            <a:r>
              <a:t>- DRL performed worse than ECMP (-80.41 vs -73.78).</a:t>
            </a:r>
            <a:br/>
            <a:r>
              <a:t>- Continued path-shifting under saturation creates counterproductive routing churn.</a:t>
            </a:r>
            <a:br/>
            <a:r>
              <a:t>- No routing algorithm can create bandwidth when total demand exceeds topology capacity.</a:t>
            </a:r>
          </a:p>
        </p:txBody>
      </p:sp>
      <p:pic>
        <p:nvPicPr>
          <p:cNvPr id="4" name="Picture 3" descr="throughput_vs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Zero-Shot Generalization &amp;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Generalization on 5 Unseen Topologies:</a:t>
            </a:r>
          </a:p>
          <a:p>
            <a:r>
              <a:t>- Evaluated on Abilene, Janetbackbone, Bellcanada, Colt, and Renater2001.</a:t>
            </a:r>
            <a:br/>
            <a:r>
              <a:t>- DQN consistently outperformed ECMP across all 5 held-out topologies under moderate traffic.</a:t>
            </a:r>
            <a:br/>
            <a:r>
              <a:t>- Single-palette reward matrix shows consistent performance gradients across traffic stress tests.</a:t>
            </a:r>
          </a:p>
        </p:txBody>
      </p:sp>
      <p:pic>
        <p:nvPicPr>
          <p:cNvPr id="4" name="Picture 3" descr="reward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5321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DRL is highly effective for proactive load balancing under Moderate traffic (both DQN and PPO win) and Burst traffic (DQN wins).</a:t>
            </a:r>
          </a:p>
          <a:p>
            <a:r>
              <a:t>- PPO demonstrates superior per-step efficiency and prolonged survival.</a:t>
            </a:r>
          </a:p>
          <a:p>
            <a:r>
              <a:t>- Zero-shot topological generalization is viable via standardized telemetry zero-padding.</a:t>
            </a:r>
          </a:p>
          <a:p>
            <a:r>
              <a:t>- DRL routing cannot solve fundamental network saturation without admission control.</a:t>
            </a:r>
          </a:p>
          <a:p>
            <a:r>
              <a:t>- Recommendation: Combine DRL routing with dynamic rate limiting and admission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