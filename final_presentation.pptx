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Deep Reinforcement Learning for Proactive Network Traffic Congestion Control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Authors: Peter Borngreat-Mensah, Henry Asante, Blessing Listowell Issaka</a:t>
            </a:r>
          </a:p>
          <a:p>
            <a:r>
              <a:t>MSc Computer Science, Cohort B, University of Ghana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Static Routing &amp; Micro-Bursts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Wide-area networks experience heavy volatility and micro-bursts.</a:t>
            </a:r>
          </a:p>
          <a:p>
            <a:r>
              <a:t>- Traditional Equal-Cost Multi-Path (ECMP) relies on static hashing.</a:t>
            </a:r>
          </a:p>
          <a:p>
            <a:r>
              <a:t>- ECMP is blind to real-time telemetry.</a:t>
            </a:r>
          </a:p>
          <a:p>
            <a:r>
              <a:t>- Result: 'Elephant flows' collide on the same bottleneck links causing buffer bloat and packet loss.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Evaluate Deep Reinforcement Learning (DQN, PPO) against ECMP.</a:t>
            </a:r>
          </a:p>
          <a:p>
            <a:r>
              <a:t>2. Implement intelligent agents within an SDN framework.</a:t>
            </a:r>
          </a:p>
          <a:p>
            <a:r>
              <a:t>3. Critically test Zero-Shot Generalization on unseen topologies.</a:t>
            </a:r>
          </a:p>
          <a:p>
            <a:r>
              <a:t>4. Discover the limitations of AI routing under heavy network saturation.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Gymnasium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Dataset: Internet Topology Zoo (Real ISP graphs).</a:t>
            </a:r>
          </a:p>
          <a:p>
            <a:r>
              <a:t>- Train/Test Split: Trained on 20 topologies, tested on 5 completely unseen topologies.</a:t>
            </a:r>
          </a:p>
          <a:p>
            <a:r>
              <a:t>- Preprocessing: Yen's K-Shortest Paths algorithm to constrain the routing action space.</a:t>
            </a:r>
          </a:p>
          <a:p>
            <a:r>
              <a:t>- Frameworks: Gymnasium &amp; Stable-Baselines3.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MDP Formulation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State Space (250 features): Top 100 link utilizations (zero-padded), Top 100 queue depths, 50 flow demands.</a:t>
            </a:r>
          </a:p>
          <a:p>
            <a:r>
              <a:t>- Action Space: PPO uses continuous weights; DQN discretized into 10 bins.</a:t>
            </a:r>
          </a:p>
          <a:p>
            <a:r>
              <a:t>- Reward: R = 1.0 * U_mean - 10.0 * P_congestion - 5.0 * D_packet</a:t>
            </a:r>
          </a:p>
          <a:p>
            <a:r>
              <a:t>- Strongly penalizes congestion and dropped packets.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Findings: Burst Traffic Superiority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Under unpredictable flash crowds and micro-bursts, DRL dominates.</a:t>
            </a:r>
          </a:p>
          <a:p>
            <a:r>
              <a:t>- ECMP fails because static hashing cannot adapt to sudden asymmetric loads.</a:t>
            </a:r>
          </a:p>
          <a:p>
            <a:r>
              <a:t>- PPO and DQN agents actively monitor queue depths and divert traffic to sub-optimal, empty paths to preserve health.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Findings: The Limits of Routing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Under sustained, extreme congestion, DRL fails to outperform ECMP.</a:t>
            </a:r>
          </a:p>
          <a:p>
            <a:r>
              <a:t>- This is an honest, mathematically bounded negative result.</a:t>
            </a:r>
          </a:p>
          <a:p>
            <a:r>
              <a:t>- When total demand exceeds physical link capacity, the network saturates.</a:t>
            </a:r>
          </a:p>
          <a:p>
            <a:r>
              <a:t>- AI cannot magically create bandwidth; admission control is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DQN vs PPO Convergence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PPO (Continuous, On-Policy): Exhibited highly stable learning with smooth policy loss decay due to clipped objective gradients.</a:t>
            </a:r>
          </a:p>
          <a:p>
            <a:r>
              <a:t>- DQN (Discrete, Off-Policy): Exhibited higher variance and moving target instability.</a:t>
            </a:r>
          </a:p>
          <a:p>
            <a:r>
              <a:t>- Both fundamentally collapsed under extreme congestion, proving the failure mode is environmental, not algorithmic.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Variance and Predictability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ECMP guarantees a tight, highly predictable statistical distribution of performance.</a:t>
            </a:r>
          </a:p>
          <a:p>
            <a:r>
              <a:t>- DRL agents trade this predictability for dynamic reaction capabilities, resulting in a wider variance of congestion penalties.</a:t>
            </a:r>
          </a:p>
          <a:p>
            <a:r>
              <a:t>- Trained across 5 distinct random seeds to ensure statistical rigor.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DRL (specifically PPO) is a highly viable alternative for proactive load balancing during micro-bursts.</a:t>
            </a:r>
          </a:p>
          <a:p>
            <a:r>
              <a:t>- True zero-shot generalization across networks is achievable via topological state vector padding.</a:t>
            </a:r>
          </a:p>
          <a:p>
            <a:r>
              <a:t>- Future Work: Coupling DRL routing with dynamic admission control to prevent catastrophic saturation.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